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theme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4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3.xml"/>
  <Override ContentType="application/vnd.openxmlformats-officedocument.presentationml.tableStyles+xml" PartName="/ppt/tableStyles.xml"/>
</Types>
</file>

<file path=_rels/.rels><?xml version="1.0" encoding="UTF-8" standalone="yes"?><Relationships xmlns="http://schemas.openxmlformats.org/package/2006/relationships"><Relationship Type="http://schemas.openxmlformats.org/officeDocument/2006/relationships/officeDocument" Id="rId1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c:Ignorable="mv" autoCompressPictures="0" mc:PreserveAttributes="mv:*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y="9144000" cx="6858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i="0" baseline="0" strike="noStrike" sz="1400" b="0" cap="none" u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ype="http://schemas.openxmlformats.org/officeDocument/2006/relationships/presProps" Id="rId2" Target="presProps.xml"/><Relationship Type="http://schemas.openxmlformats.org/officeDocument/2006/relationships/theme" Id="rId1" Target="theme/theme2.xml"/><Relationship Type="http://schemas.openxmlformats.org/officeDocument/2006/relationships/slide" Id="rId10" Target="slides/slide5.xml"/><Relationship Type="http://schemas.openxmlformats.org/officeDocument/2006/relationships/slideMaster" Id="rId4" Target="slideMasters/slideMaster1.xml"/><Relationship Type="http://schemas.openxmlformats.org/officeDocument/2006/relationships/slide" Id="rId11" Target="slides/slide6.xml"/><Relationship Type="http://schemas.openxmlformats.org/officeDocument/2006/relationships/tableStyles" Id="rId3" Target="tableStyles.xml"/><Relationship Type="http://schemas.openxmlformats.org/officeDocument/2006/relationships/slide" Id="rId9" Target="slides/slide4.xml"/><Relationship Type="http://schemas.openxmlformats.org/officeDocument/2006/relationships/slide" Id="rId6" Target="slides/slide1.xml"/><Relationship Type="http://schemas.openxmlformats.org/officeDocument/2006/relationships/notesMaster" Id="rId5" Target="notesMasters/notesMaster1.xml"/><Relationship Type="http://schemas.openxmlformats.org/officeDocument/2006/relationships/slide" Id="rId8" Target="slides/slide3.xml"/><Relationship Type="http://schemas.openxmlformats.org/officeDocument/2006/relationships/slide" Id="rId7" Target="slides/slide2.xml"/></Relationships>
</file>

<file path=ppt/notesMasters/_rels/notesMaster1.xml.rels><?xml version="1.0" encoding="UTF-8" standalone="yes"?><Relationships xmlns="http://schemas.openxmlformats.org/package/2006/relationships"><Relationship Type="http://schemas.openxmlformats.org/officeDocument/2006/relationships/theme" Id="rId1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name="Shape 1" id="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Shape 2" id="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name="Shape 3" id="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bIns="91425" tIns="91425" anchor="t" lIns="91425" rIns="91425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6="accent6" tx2="lt2" accent5="accent5" bg2="dk2" tx1="dk1" accent4="accent4" bg1="lt1" accent3="accent3" accent2="accent2" accent1="accent1" folHlink="folHlink" hlink="hlink"/>
</p:notesMaster>
</file>

<file path=ppt/notesSlides/_rels/notesSlide1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2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3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4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5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_rels/notesSlide6.xml.rels><?xml version="1.0" encoding="UTF-8" standalone="yes"?><Relationships xmlns="http://schemas.openxmlformats.org/package/2006/relationships"><Relationship Type="http://schemas.openxmlformats.org/officeDocument/2006/relationships/notesMaster" Id="rId1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43" id="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44" id="44"/>
          <p:cNvSpPr/>
          <p:nvPr>
            <p:ph type="sldImg" idx="2"/>
          </p:nvPr>
        </p:nvSpPr>
        <p:spPr>
          <a:xfrm>
            <a:off y="685800" x="1143225"/>
            <a:ext cy="3429000" cx="4572225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45" id="45"/>
          <p:cNvSpPr txBox="1"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49" id="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0" id="50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51" id="51"/>
          <p:cNvSpPr txBox="1"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55" id="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6" id="56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57" id="57"/>
          <p:cNvSpPr txBox="1"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61" id="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2" id="62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63" id="63"/>
          <p:cNvSpPr txBox="1"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67" id="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8" id="68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69" id="69"/>
          <p:cNvSpPr txBox="1"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name="Shape 73" id="7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74" id="74"/>
          <p:cNvSpPr/>
          <p:nvPr>
            <p:ph type="sldImg" idx="2"/>
          </p:nvPr>
        </p:nvSpPr>
        <p:spPr>
          <a:xfrm>
            <a:off y="685800" x="1143225"/>
            <a:ext cy="3429000" cx="4572299"/>
          </a:xfrm>
          <a:custGeom>
            <a:pathLst>
              <a:path extrusionOk="0" h="120000" w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name="Shape 75" id="75"/>
          <p:cNvSpPr txBox="1"/>
          <p:nvPr>
            <p:ph type="body" idx="1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Type="http://schemas.openxmlformats.org/officeDocument/2006/relationships/slideMaster" Id="rId1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name="Shape 7" id="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8" id="8"/>
          <p:cNvSpPr/>
          <p:nvPr/>
        </p:nvSpPr>
        <p:spPr>
          <a:xfrm>
            <a:off y="0" x="0"/>
            <a:ext cy="6901800" cx="9144000"/>
          </a:xfrm>
          <a:prstGeom prst="rect">
            <a:avLst/>
          </a:prstGeom>
          <a:gradFill>
            <a:gsLst>
              <a:gs pos="0">
                <a:srgbClr val="003171"/>
              </a:gs>
              <a:gs pos="100000">
                <a:srgbClr val="549FFF"/>
              </a:gs>
            </a:gsLst>
            <a:lin scaled="0" ang="7920000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9" id="9"/>
          <p:cNvSpPr/>
          <p:nvPr/>
        </p:nvSpPr>
        <p:spPr>
          <a:xfrm flipH="1">
            <a:off y="16052" x="-3832"/>
            <a:ext cy="6881034" cx="10925833"/>
          </a:xfrm>
          <a:custGeom>
            <a:pathLst>
              <a:path extrusionOk="0" h="6863875" w="24279631">
                <a:moveTo>
                  <a:pt y="0" x="9291599"/>
                </a:moveTo>
                <a:lnTo>
                  <a:pt y="5875" x="24279631"/>
                </a:lnTo>
                <a:lnTo>
                  <a:pt y="6863875" x="24250422"/>
                </a:lnTo>
                <a:lnTo>
                  <a:pt y="6858000" x="8740466"/>
                </a:lnTo>
                <a:cubicBezTo>
                  <a:pt y="3062308" x="0"/>
                  <a:pt y="312298" x="7449035"/>
                  <a:pt y="0" x="9291599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40784"/>
                </a:srgbClr>
              </a:gs>
              <a:gs pos="41000">
                <a:srgbClr val="003171">
                  <a:alpha val="94901"/>
                </a:srgbClr>
              </a:gs>
              <a:gs pos="100000">
                <a:srgbClr val="003171">
                  <a:alpha val="94901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10" id="10"/>
          <p:cNvSpPr/>
          <p:nvPr/>
        </p:nvSpPr>
        <p:spPr>
          <a:xfrm flipH="1">
            <a:off y="881" x="14659"/>
            <a:ext cy="6881034" cx="10500940"/>
          </a:xfrm>
          <a:custGeom>
            <a:pathLst>
              <a:path extrusionOk="0" h="6863875" w="24279631">
                <a:moveTo>
                  <a:pt y="0" x="9291599"/>
                </a:moveTo>
                <a:lnTo>
                  <a:pt y="5875" x="24279631"/>
                </a:lnTo>
                <a:lnTo>
                  <a:pt y="6863875" x="24250422"/>
                </a:lnTo>
                <a:lnTo>
                  <a:pt y="6858000" x="8740466"/>
                </a:lnTo>
                <a:cubicBezTo>
                  <a:pt y="3062308" x="0"/>
                  <a:pt y="312298" x="7449035"/>
                  <a:pt y="0" x="9291599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b" anchorCtr="0" rIns="91425">
            <a:spAutoFit/>
          </a:bodyPr>
          <a:lstStyle/>
          <a:p/>
        </p:txBody>
      </p:sp>
      <p:sp>
        <p:nvSpPr>
          <p:cNvPr name="Shape 11" id="11"/>
          <p:cNvSpPr/>
          <p:nvPr/>
        </p:nvSpPr>
        <p:spPr>
          <a:xfrm>
            <a:off y="-881" x="-846666"/>
            <a:ext cy="6906895" cx="2167466"/>
          </a:xfrm>
          <a:custGeom>
            <a:pathLst>
              <a:path extrusionOk="0" h="6180667" w="2167467">
                <a:moveTo>
                  <a:pt y="0" x="939800"/>
                </a:moveTo>
                <a:lnTo>
                  <a:pt y="5881" x="1905000"/>
                </a:lnTo>
                <a:cubicBezTo>
                  <a:pt y="1035992" x="2167467"/>
                  <a:pt y="1848556" x="0"/>
                  <a:pt y="6180667" x="1896533"/>
                </a:cubicBezTo>
                <a:lnTo>
                  <a:pt y="6180667" x="939800"/>
                </a:lnTo>
                <a:lnTo>
                  <a:pt y="0" x="939800"/>
                </a:lnTo>
                <a:close/>
              </a:path>
            </a:pathLst>
          </a:custGeom>
          <a:gradFill>
            <a:gsLst>
              <a:gs pos="0">
                <a:srgbClr val="003171">
                  <a:alpha val="20784"/>
                </a:srgbClr>
              </a:gs>
              <a:gs pos="100000">
                <a:srgbClr val="65A8FF">
                  <a:alpha val="20784"/>
                </a:srgbClr>
              </a:gs>
            </a:gsLst>
            <a:lin scaled="0" ang="0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12" id="12"/>
          <p:cNvSpPr/>
          <p:nvPr/>
        </p:nvSpPr>
        <p:spPr>
          <a:xfrm rot="10800000" flipH="1">
            <a:off y="-4974" x="-524933"/>
            <a:ext cy="6906895" cx="1403434"/>
          </a:xfrm>
          <a:custGeom>
            <a:pathLst>
              <a:path extrusionOk="0" h="6180667" w="2167467">
                <a:moveTo>
                  <a:pt y="0" x="939800"/>
                </a:moveTo>
                <a:lnTo>
                  <a:pt y="5881" x="1905000"/>
                </a:lnTo>
                <a:cubicBezTo>
                  <a:pt y="1035992" x="2167467"/>
                  <a:pt y="1848556" x="0"/>
                  <a:pt y="6180667" x="1896533"/>
                </a:cubicBezTo>
                <a:lnTo>
                  <a:pt y="6180667" x="939800"/>
                </a:lnTo>
                <a:lnTo>
                  <a:pt y="0" x="939800"/>
                </a:lnTo>
                <a:close/>
              </a:path>
            </a:pathLst>
          </a:custGeom>
          <a:gradFill>
            <a:gsLst>
              <a:gs pos="0">
                <a:srgbClr val="003171">
                  <a:alpha val="20784"/>
                </a:srgbClr>
              </a:gs>
              <a:gs pos="100000">
                <a:srgbClr val="65A8FF">
                  <a:alpha val="20784"/>
                </a:srgbClr>
              </a:gs>
            </a:gsLst>
            <a:lin scaled="0" ang="0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13" id="13"/>
          <p:cNvSpPr txBox="1"/>
          <p:nvPr>
            <p:ph type="ctrTitle"/>
          </p:nvPr>
        </p:nvSpPr>
        <p:spPr>
          <a:xfrm>
            <a:off y="1656080" x="1082040"/>
            <a:ext cy="1470000" cx="70509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3048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4800" b="1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name="Shape 14" id="14"/>
          <p:cNvSpPr txBox="1"/>
          <p:nvPr>
            <p:ph type="subTitle" idx="1"/>
          </p:nvPr>
        </p:nvSpPr>
        <p:spPr>
          <a:xfrm>
            <a:off y="3230880" x="1082040"/>
            <a:ext cy="925499" cx="7035899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152400" algn="r" marL="0" rtl="0">
              <a:spcBef>
                <a:spcPts val="0"/>
              </a:spcBef>
              <a:buClr>
                <a:schemeClr val="lt1"/>
              </a:buClr>
              <a:buSzPct val="100000"/>
              <a:buFont typeface="Trebuchet MS"/>
              <a:buNone/>
              <a:defRPr i="0" baseline="0" strike="noStrike" sz="2400" b="0" cap="none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name="Shape 15" id="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16" id="16"/>
          <p:cNvSpPr/>
          <p:nvPr/>
        </p:nvSpPr>
        <p:spPr>
          <a:xfrm rot="10800000" flipH="1">
            <a:off y="-4700" x="-348182"/>
            <a:ext cy="6862700" cx="1723519"/>
          </a:xfrm>
          <a:custGeom>
            <a:pathLst>
              <a:path extrusionOk="0" h="6879900" w="4476675">
                <a:moveTo>
                  <a:pt y="16025" x="4476676"/>
                </a:moveTo>
                <a:lnTo>
                  <a:pt y="0" x="879695"/>
                </a:lnTo>
                <a:cubicBezTo>
                  <a:pt y="2293300" x="886211"/>
                  <a:pt y="4586600" x="892726"/>
                  <a:pt y="6879900" x="899242"/>
                </a:cubicBezTo>
                <a:lnTo>
                  <a:pt y="6861462" x="3909760"/>
                </a:lnTo>
                <a:cubicBezTo>
                  <a:pt y="3547544" x="0"/>
                  <a:pt y="1824359" x="1695771"/>
                  <a:pt y="16025" x="4476676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17" id="17"/>
          <p:cNvSpPr txBox="1"/>
          <p:nvPr>
            <p:ph type="body" idx="1"/>
          </p:nvPr>
        </p:nvSpPr>
        <p:spPr>
          <a:xfrm>
            <a:off y="1658990" x="457200"/>
            <a:ext cy="4840199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-342900" algn="l" marL="342900" rtl="0">
              <a:spcBef>
                <a:spcPts val="0"/>
              </a:spcBef>
              <a:buClr>
                <a:schemeClr val="dk2"/>
              </a:buClr>
              <a:buSzPct val="166666"/>
              <a:buFont typeface="Arial"/>
              <a:buChar char="•"/>
              <a:defRPr sz="3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85750" algn="l" marL="742950" rtl="0">
              <a:spcBef>
                <a:spcPts val="560"/>
              </a:spcBef>
              <a:buClr>
                <a:schemeClr val="dk2"/>
              </a:buClr>
              <a:buSzPct val="100000"/>
              <a:buFont typeface="Courier New"/>
              <a:buChar char="o"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algn="l" marL="1143000" rtl="0">
              <a:spcBef>
                <a:spcPts val="480"/>
              </a:spcBef>
              <a:buClr>
                <a:schemeClr val="dk2"/>
              </a:buClr>
              <a:buSzPct val="100000"/>
              <a:buFont typeface="Wingdings"/>
              <a:buChar char="§"/>
              <a:defRPr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algn="l" marL="1600200" rtl="0">
              <a:spcBef>
                <a:spcPts val="400"/>
              </a:spcBef>
              <a:buClr>
                <a:schemeClr val="dk2"/>
              </a:buClr>
              <a:buSzPct val="166666"/>
              <a:buFont typeface="Arial"/>
              <a:buChar char="•"/>
              <a:defRPr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algn="l" marL="2057400" rtl="0">
              <a:spcBef>
                <a:spcPts val="400"/>
              </a:spcBef>
              <a:buClr>
                <a:schemeClr val="dk2"/>
              </a:buClr>
              <a:buSzPct val="100000"/>
              <a:buFont typeface="Courier New"/>
              <a:buChar char="o"/>
              <a:defRPr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algn="l" marL="2514600" rtl="0">
              <a:spcBef>
                <a:spcPts val="400"/>
              </a:spcBef>
              <a:buClr>
                <a:schemeClr val="dk2"/>
              </a:buClr>
              <a:buSzPct val="100000"/>
              <a:buFont typeface="Wingdings"/>
              <a:buChar char="§"/>
              <a:defRPr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algn="l" marL="2971800" rtl="0">
              <a:spcBef>
                <a:spcPts val="400"/>
              </a:spcBef>
              <a:buClr>
                <a:schemeClr val="dk2"/>
              </a:buClr>
              <a:buSzPct val="166666"/>
              <a:buFont typeface="Arial"/>
              <a:buChar char="•"/>
              <a:defRPr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algn="l" marL="3429000" rtl="0">
              <a:spcBef>
                <a:spcPts val="400"/>
              </a:spcBef>
              <a:buClr>
                <a:schemeClr val="dk2"/>
              </a:buClr>
              <a:buSzPct val="100000"/>
              <a:buFont typeface="Courier New"/>
              <a:buChar char="o"/>
              <a:defRPr baseline="0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algn="l" marL="3886200" rtl="0">
              <a:spcBef>
                <a:spcPts val="400"/>
              </a:spcBef>
              <a:buClr>
                <a:schemeClr val="dk2"/>
              </a:buClr>
              <a:buSzPct val="100000"/>
              <a:buFont typeface="Wingdings"/>
              <a:buChar char="§"/>
              <a:defRPr baseline="0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name="Shape 18" id="18"/>
          <p:cNvSpPr/>
          <p:nvPr/>
        </p:nvSpPr>
        <p:spPr>
          <a:xfrm rot="10800000" flipH="1">
            <a:off y="-4700" x="-1118653"/>
            <a:ext cy="6862700" cx="3100650"/>
          </a:xfrm>
          <a:custGeom>
            <a:pathLst>
              <a:path extrusionOk="0" h="6879900" w="8053639">
                <a:moveTo>
                  <a:pt y="16025" x="4696126"/>
                </a:moveTo>
                <a:lnTo>
                  <a:pt y="0" x="2920537"/>
                </a:lnTo>
                <a:cubicBezTo>
                  <a:pt y="2293300" x="2927053"/>
                  <a:pt y="4586600" x="2933568"/>
                  <a:pt y="6879900" x="2940084"/>
                </a:cubicBezTo>
                <a:lnTo>
                  <a:pt y="6861462" x="4085318"/>
                </a:lnTo>
                <a:cubicBezTo>
                  <a:pt y="4651267" x="8053639"/>
                  <a:pt y="3113439" x="0"/>
                  <a:pt y="16025" x="4696126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19" id="19"/>
          <p:cNvSpPr/>
          <p:nvPr/>
        </p:nvSpPr>
        <p:spPr>
          <a:xfrm rot="10800000">
            <a:off y="-6969" x="8088846"/>
            <a:ext cy="6864969" cx="1100667"/>
          </a:xfrm>
          <a:custGeom>
            <a:pathLst>
              <a:path extrusionOk="0" h="6916846" w="1100668">
                <a:moveTo>
                  <a:pt y="11711" x="0"/>
                </a:moveTo>
                <a:lnTo>
                  <a:pt y="0" x="956734"/>
                </a:lnTo>
                <a:cubicBezTo>
                  <a:pt y="3419922" x="33869"/>
                  <a:pt y="4504457" x="220135"/>
                  <a:pt y="6916846" x="1100668"/>
                </a:cubicBezTo>
                <a:lnTo>
                  <a:pt y="6916846" x="0"/>
                </a:lnTo>
                <a:lnTo>
                  <a:pt y="11711" x="0"/>
                </a:lnTo>
                <a:close/>
              </a:path>
            </a:pathLst>
          </a:custGeom>
          <a:gradFill>
            <a:gsLst>
              <a:gs pos="0">
                <a:srgbClr val="003171"/>
              </a:gs>
              <a:gs pos="100000">
                <a:srgbClr val="65A8FF"/>
              </a:gs>
            </a:gsLst>
            <a:lin scaled="0" ang="5700000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20" id="20"/>
          <p:cNvSpPr txBox="1"/>
          <p:nvPr>
            <p:ph type="title"/>
          </p:nvPr>
        </p:nvSpPr>
        <p:spPr>
          <a:xfrm>
            <a:off y="274637" x="457200"/>
            <a:ext cy="1325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name="Shape 21" id="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22" id="22"/>
          <p:cNvSpPr/>
          <p:nvPr/>
        </p:nvSpPr>
        <p:spPr>
          <a:xfrm rot="10800000" flipH="1">
            <a:off y="-4700" x="-348182"/>
            <a:ext cy="6862700" cx="1723519"/>
          </a:xfrm>
          <a:custGeom>
            <a:pathLst>
              <a:path extrusionOk="0" h="6879900" w="4476675">
                <a:moveTo>
                  <a:pt y="16025" x="4476676"/>
                </a:moveTo>
                <a:lnTo>
                  <a:pt y="0" x="879695"/>
                </a:lnTo>
                <a:cubicBezTo>
                  <a:pt y="2293300" x="886211"/>
                  <a:pt y="4586600" x="892726"/>
                  <a:pt y="6879900" x="899242"/>
                </a:cubicBezTo>
                <a:lnTo>
                  <a:pt y="6861462" x="3909760"/>
                </a:lnTo>
                <a:cubicBezTo>
                  <a:pt y="3547544" x="0"/>
                  <a:pt y="1824359" x="1695771"/>
                  <a:pt y="16025" x="4476676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23" id="23"/>
          <p:cNvSpPr/>
          <p:nvPr/>
        </p:nvSpPr>
        <p:spPr>
          <a:xfrm rot="10800000" flipH="1">
            <a:off y="-4700" x="-1118653"/>
            <a:ext cy="6862700" cx="3100650"/>
          </a:xfrm>
          <a:custGeom>
            <a:pathLst>
              <a:path extrusionOk="0" h="6879900" w="8053639">
                <a:moveTo>
                  <a:pt y="16025" x="4696126"/>
                </a:moveTo>
                <a:lnTo>
                  <a:pt y="0" x="2920537"/>
                </a:lnTo>
                <a:cubicBezTo>
                  <a:pt y="2293300" x="2927053"/>
                  <a:pt y="4586600" x="2933568"/>
                  <a:pt y="6879900" x="2940084"/>
                </a:cubicBezTo>
                <a:lnTo>
                  <a:pt y="6861462" x="4085318"/>
                </a:lnTo>
                <a:cubicBezTo>
                  <a:pt y="4651267" x="8053639"/>
                  <a:pt y="3113439" x="0"/>
                  <a:pt y="16025" x="4696126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24" id="24"/>
          <p:cNvSpPr/>
          <p:nvPr/>
        </p:nvSpPr>
        <p:spPr>
          <a:xfrm rot="10800000">
            <a:off y="-6969" x="8088846"/>
            <a:ext cy="6864969" cx="1100667"/>
          </a:xfrm>
          <a:custGeom>
            <a:pathLst>
              <a:path extrusionOk="0" h="6916846" w="1100668">
                <a:moveTo>
                  <a:pt y="11711" x="0"/>
                </a:moveTo>
                <a:lnTo>
                  <a:pt y="0" x="956734"/>
                </a:lnTo>
                <a:cubicBezTo>
                  <a:pt y="3419922" x="33869"/>
                  <a:pt y="4504457" x="220135"/>
                  <a:pt y="6916846" x="1100668"/>
                </a:cubicBezTo>
                <a:lnTo>
                  <a:pt y="6916846" x="0"/>
                </a:lnTo>
                <a:lnTo>
                  <a:pt y="11711" x="0"/>
                </a:lnTo>
                <a:close/>
              </a:path>
            </a:pathLst>
          </a:custGeom>
          <a:gradFill>
            <a:gsLst>
              <a:gs pos="0">
                <a:srgbClr val="003171"/>
              </a:gs>
              <a:gs pos="100000">
                <a:srgbClr val="65A8FF"/>
              </a:gs>
            </a:gsLst>
            <a:lin scaled="0" ang="5700000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25" id="25"/>
          <p:cNvSpPr txBox="1"/>
          <p:nvPr>
            <p:ph type="title"/>
          </p:nvPr>
        </p:nvSpPr>
        <p:spPr>
          <a:xfrm>
            <a:off y="274637" x="457200"/>
            <a:ext cy="1325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name="Shape 26" id="26"/>
          <p:cNvSpPr txBox="1"/>
          <p:nvPr>
            <p:ph type="body" idx="1"/>
          </p:nvPr>
        </p:nvSpPr>
        <p:spPr>
          <a:xfrm>
            <a:off y="1658990" x="457200"/>
            <a:ext cy="4840199" cx="4038599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buNone/>
              <a:defRPr sz="2800"/>
            </a:lvl1pPr>
            <a:lvl2pPr rtl="0">
              <a:buNone/>
              <a:defRPr sz="2400"/>
            </a:lvl2pPr>
            <a:lvl3pPr rtl="0">
              <a:buNone/>
              <a:defRPr sz="2000"/>
            </a:lvl3pPr>
            <a:lvl4pPr rtl="0">
              <a:buNone/>
              <a:defRPr sz="1800"/>
            </a:lvl4pPr>
            <a:lvl5pPr rtl="0">
              <a:buNone/>
              <a:defRPr sz="1800"/>
            </a:lvl5pPr>
            <a:lvl6pPr rtl="0">
              <a:buNone/>
              <a:defRPr sz="1800"/>
            </a:lvl6pPr>
            <a:lvl7pPr rtl="0">
              <a:buNone/>
              <a:defRPr sz="1800"/>
            </a:lvl7pPr>
            <a:lvl8pPr rtl="0">
              <a:buNone/>
              <a:defRPr sz="1800"/>
            </a:lvl8pPr>
            <a:lvl9pPr rtl="0">
              <a:buNone/>
              <a:defRPr sz="1800"/>
            </a:lvl9pPr>
          </a:lstStyle>
          <a:p/>
        </p:txBody>
      </p:sp>
      <p:sp>
        <p:nvSpPr>
          <p:cNvPr name="Shape 27" id="27"/>
          <p:cNvSpPr txBox="1"/>
          <p:nvPr>
            <p:ph type="body" idx="2"/>
          </p:nvPr>
        </p:nvSpPr>
        <p:spPr>
          <a:xfrm>
            <a:off y="1658990" x="4648200"/>
            <a:ext cy="4840199" cx="4038599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rtl="0">
              <a:buNone/>
              <a:defRPr sz="2800"/>
            </a:lvl1pPr>
            <a:lvl2pPr rtl="0">
              <a:buNone/>
              <a:defRPr sz="2400"/>
            </a:lvl2pPr>
            <a:lvl3pPr rtl="0">
              <a:buNone/>
              <a:defRPr sz="2000"/>
            </a:lvl3pPr>
            <a:lvl4pPr rtl="0">
              <a:buNone/>
              <a:defRPr sz="1800"/>
            </a:lvl4pPr>
            <a:lvl5pPr rtl="0">
              <a:buNone/>
              <a:defRPr sz="1800"/>
            </a:lvl5pPr>
            <a:lvl6pPr rtl="0">
              <a:buNone/>
              <a:defRPr sz="1800"/>
            </a:lvl6pPr>
            <a:lvl7pPr rtl="0">
              <a:buNone/>
              <a:defRPr sz="1800"/>
            </a:lvl7pPr>
            <a:lvl8pPr rtl="0">
              <a:buNone/>
              <a:defRPr sz="1800"/>
            </a:lvl8pPr>
            <a:lvl9pPr rtl="0"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name="Shape 28" id="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29" id="29"/>
          <p:cNvSpPr/>
          <p:nvPr/>
        </p:nvSpPr>
        <p:spPr>
          <a:xfrm rot="10800000" flipH="1">
            <a:off y="-4700" x="-348182"/>
            <a:ext cy="6862700" cx="1723519"/>
          </a:xfrm>
          <a:custGeom>
            <a:pathLst>
              <a:path extrusionOk="0" h="6879900" w="4476675">
                <a:moveTo>
                  <a:pt y="16025" x="4476676"/>
                </a:moveTo>
                <a:lnTo>
                  <a:pt y="0" x="879695"/>
                </a:lnTo>
                <a:cubicBezTo>
                  <a:pt y="2293300" x="886211"/>
                  <a:pt y="4586600" x="892726"/>
                  <a:pt y="6879900" x="899242"/>
                </a:cubicBezTo>
                <a:lnTo>
                  <a:pt y="6861462" x="3909760"/>
                </a:lnTo>
                <a:cubicBezTo>
                  <a:pt y="3547544" x="0"/>
                  <a:pt y="1824359" x="1695771"/>
                  <a:pt y="16025" x="4476676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30" id="30"/>
          <p:cNvSpPr/>
          <p:nvPr/>
        </p:nvSpPr>
        <p:spPr>
          <a:xfrm rot="10800000" flipH="1">
            <a:off y="-4700" x="-1118653"/>
            <a:ext cy="6862700" cx="3100650"/>
          </a:xfrm>
          <a:custGeom>
            <a:pathLst>
              <a:path extrusionOk="0" h="6879900" w="8053639">
                <a:moveTo>
                  <a:pt y="16025" x="4696126"/>
                </a:moveTo>
                <a:lnTo>
                  <a:pt y="0" x="2920537"/>
                </a:lnTo>
                <a:cubicBezTo>
                  <a:pt y="2293300" x="2927053"/>
                  <a:pt y="4586600" x="2933568"/>
                  <a:pt y="6879900" x="2940084"/>
                </a:cubicBezTo>
                <a:lnTo>
                  <a:pt y="6861462" x="4085318"/>
                </a:lnTo>
                <a:cubicBezTo>
                  <a:pt y="4651267" x="8053639"/>
                  <a:pt y="3113439" x="0"/>
                  <a:pt y="16025" x="4696126"/>
                </a:cubicBezTo>
                <a:close/>
              </a:path>
            </a:pathLst>
          </a:custGeom>
          <a:gradFill>
            <a:gsLst>
              <a:gs pos="0">
                <a:srgbClr val="549FFF">
                  <a:alpha val="53725"/>
                </a:srgbClr>
              </a:gs>
              <a:gs pos="41000">
                <a:srgbClr val="003171">
                  <a:alpha val="53725"/>
                </a:srgbClr>
              </a:gs>
              <a:gs pos="100000">
                <a:srgbClr val="003171">
                  <a:alpha val="53725"/>
                </a:srgbClr>
              </a:gs>
            </a:gsLst>
            <a:path path="circle">
              <a:fillToRect r="100%" t="100%"/>
            </a:path>
            <a:tileRect l="-100%" b="-100%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31" id="31"/>
          <p:cNvSpPr/>
          <p:nvPr/>
        </p:nvSpPr>
        <p:spPr>
          <a:xfrm rot="10800000">
            <a:off y="-6969" x="8088846"/>
            <a:ext cy="6864969" cx="1100667"/>
          </a:xfrm>
          <a:custGeom>
            <a:pathLst>
              <a:path extrusionOk="0" h="6916846" w="1100668">
                <a:moveTo>
                  <a:pt y="11711" x="0"/>
                </a:moveTo>
                <a:lnTo>
                  <a:pt y="0" x="956734"/>
                </a:lnTo>
                <a:cubicBezTo>
                  <a:pt y="3419922" x="33869"/>
                  <a:pt y="4504457" x="220135"/>
                  <a:pt y="6916846" x="1100668"/>
                </a:cubicBezTo>
                <a:lnTo>
                  <a:pt y="6916846" x="0"/>
                </a:lnTo>
                <a:lnTo>
                  <a:pt y="11711" x="0"/>
                </a:lnTo>
                <a:close/>
              </a:path>
            </a:pathLst>
          </a:custGeom>
          <a:gradFill>
            <a:gsLst>
              <a:gs pos="0">
                <a:srgbClr val="003171"/>
              </a:gs>
              <a:gs pos="100000">
                <a:srgbClr val="65A8FF"/>
              </a:gs>
            </a:gsLst>
            <a:lin scaled="0" ang="5700000"/>
          </a:gradFill>
          <a:ln>
            <a:noFill/>
          </a:ln>
        </p:spPr>
        <p:txBody>
          <a:bodyPr bIns="45700" tIns="45700" lIns="91425" anchor="ctr" anchorCtr="0" rIns="91425">
            <a:spAutoFit/>
          </a:bodyPr>
          <a:lstStyle/>
          <a:p/>
        </p:txBody>
      </p:sp>
      <p:sp>
        <p:nvSpPr>
          <p:cNvPr name="Shape 32" id="32"/>
          <p:cNvSpPr txBox="1"/>
          <p:nvPr>
            <p:ph type="title"/>
          </p:nvPr>
        </p:nvSpPr>
        <p:spPr>
          <a:xfrm>
            <a:off y="274637" x="457200"/>
            <a:ext cy="1325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sz="4000" b="1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name="Shape 33" id="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name="Shape 34" id="34"/>
          <p:cNvGrpSpPr/>
          <p:nvPr/>
        </p:nvGrpSpPr>
        <p:grpSpPr>
          <a:xfrm>
            <a:off y="4933386" x="-6264"/>
            <a:ext cy="3100650" cx="9150267"/>
            <a:chOff y="4933386" x="-6264"/>
            <a:chExt cy="3100650" cx="9150267"/>
          </a:xfrm>
        </p:grpSpPr>
        <p:sp>
          <p:nvSpPr>
            <p:cNvPr name="Shape 35" id="35"/>
            <p:cNvSpPr/>
            <p:nvPr/>
          </p:nvSpPr>
          <p:spPr>
            <a:xfrm>
              <a:off y="5537200" x="-7"/>
              <a:ext cy="1574769" cx="9144008"/>
            </a:xfrm>
            <a:custGeom>
              <a:pathLst>
                <a:path extrusionOk="0" h="1257301" w="9144009">
                  <a:moveTo>
                    <a:pt y="266700" x="5"/>
                  </a:moveTo>
                  <a:cubicBezTo>
                    <a:pt y="1257301" x="8115305"/>
                    <a:pt y="0" x="7620009"/>
                    <a:pt y="186267" x="9144009"/>
                  </a:cubicBezTo>
                  <a:cubicBezTo>
                    <a:pt y="441678" x="9144008"/>
                    <a:pt y="818763" x="9143998"/>
                    <a:pt y="1074174" x="9143997"/>
                  </a:cubicBezTo>
                  <a:lnTo>
                    <a:pt y="1086874" x="0"/>
                  </a:lnTo>
                  <a:cubicBezTo>
                    <a:pt y="854041" x="0"/>
                    <a:pt y="499533" x="5"/>
                    <a:pt y="266700" x="5"/>
                  </a:cubicBezTo>
                  <a:close/>
                </a:path>
              </a:pathLst>
            </a:custGeom>
            <a:gradFill>
              <a:gsLst>
                <a:gs pos="0">
                  <a:srgbClr val="549FFF"/>
                </a:gs>
                <a:gs pos="100000">
                  <a:srgbClr val="003171">
                    <a:alpha val="51764"/>
                  </a:srgbClr>
                </a:gs>
              </a:gsLst>
              <a:path path="circle">
                <a:fillToRect r="50%" l="50%" b="50%" t="50%"/>
              </a:path>
              <a:tileRect/>
            </a:gradFill>
            <a:ln>
              <a:noFill/>
            </a:ln>
          </p:spPr>
          <p:txBody>
            <a:bodyPr bIns="45700" tIns="45700" lIns="91425" anchor="ctr" anchorCtr="0" rIns="91425">
              <a:spAutoFit/>
            </a:bodyPr>
            <a:lstStyle/>
            <a:p/>
          </p:txBody>
        </p:sp>
        <p:sp>
          <p:nvSpPr>
            <p:cNvPr name="Shape 36" id="36"/>
            <p:cNvSpPr/>
            <p:nvPr/>
          </p:nvSpPr>
          <p:spPr>
            <a:xfrm rot="5400000" flipH="1">
              <a:off y="1908578" x="3018543"/>
              <a:ext cy="9150266" cx="3100650"/>
            </a:xfrm>
            <a:custGeom>
              <a:pathLst>
                <a:path extrusionOk="0" h="6879900" w="8053639">
                  <a:moveTo>
                    <a:pt y="16025" x="4696126"/>
                  </a:moveTo>
                  <a:lnTo>
                    <a:pt y="0" x="2920537"/>
                  </a:lnTo>
                  <a:cubicBezTo>
                    <a:pt y="2293300" x="2927053"/>
                    <a:pt y="4586600" x="2933568"/>
                    <a:pt y="6879900" x="2940084"/>
                  </a:cubicBezTo>
                  <a:lnTo>
                    <a:pt y="6861462" x="4085318"/>
                  </a:lnTo>
                  <a:cubicBezTo>
                    <a:pt y="4651267" x="8053639"/>
                    <a:pt y="3113439" x="0"/>
                    <a:pt y="16025" x="4696126"/>
                  </a:cubicBezTo>
                  <a:close/>
                </a:path>
              </a:pathLst>
            </a:custGeom>
            <a:gradFill>
              <a:gsLst>
                <a:gs pos="0">
                  <a:srgbClr val="549FFF">
                    <a:alpha val="78823"/>
                  </a:srgbClr>
                </a:gs>
                <a:gs pos="41000">
                  <a:srgbClr val="003171">
                    <a:alpha val="78823"/>
                  </a:srgbClr>
                </a:gs>
                <a:gs pos="100000">
                  <a:srgbClr val="003171">
                    <a:alpha val="78823"/>
                  </a:srgbClr>
                </a:gs>
              </a:gsLst>
              <a:path path="circle">
                <a:fillToRect r="100%" t="100%"/>
              </a:path>
              <a:tileRect l="-100%" b="-100%"/>
            </a:gradFill>
            <a:ln>
              <a:noFill/>
            </a:ln>
          </p:spPr>
          <p:txBody>
            <a:bodyPr bIns="45700" tIns="45700" lIns="91425" anchor="ctr" anchorCtr="0" rIns="91425">
              <a:spAutoFit/>
            </a:bodyPr>
            <a:lstStyle/>
            <a:p/>
          </p:txBody>
        </p:sp>
        <p:sp>
          <p:nvSpPr>
            <p:cNvPr name="Shape 37" id="37"/>
            <p:cNvSpPr/>
            <p:nvPr/>
          </p:nvSpPr>
          <p:spPr>
            <a:xfrm>
              <a:off y="5740400" x="-7"/>
              <a:ext cy="1574769" cx="9144010"/>
            </a:xfrm>
            <a:custGeom>
              <a:pathLst>
                <a:path extrusionOk="0" h="1257301" w="9144011">
                  <a:moveTo>
                    <a:pt y="266700" x="7"/>
                  </a:moveTo>
                  <a:cubicBezTo>
                    <a:pt y="1257301" x="8115307"/>
                    <a:pt y="0" x="7620011"/>
                    <a:pt y="186267" x="9144011"/>
                  </a:cubicBezTo>
                  <a:lnTo>
                    <a:pt y="921775" x="9144011"/>
                  </a:lnTo>
                  <a:lnTo>
                    <a:pt y="931914" x="0"/>
                  </a:lnTo>
                  <a:cubicBezTo>
                    <a:pt y="699081" x="0"/>
                    <a:pt y="499533" x="7"/>
                    <a:pt y="266700" x="7"/>
                  </a:cubicBezTo>
                  <a:close/>
                </a:path>
              </a:pathLst>
            </a:custGeom>
            <a:gradFill>
              <a:gsLst>
                <a:gs pos="0">
                  <a:srgbClr val="549FFF">
                    <a:alpha val="81960"/>
                  </a:srgbClr>
                </a:gs>
                <a:gs pos="100000">
                  <a:srgbClr val="003171">
                    <a:alpha val="81960"/>
                  </a:srgbClr>
                </a:gs>
              </a:gsLst>
              <a:path path="circle">
                <a:fillToRect r="50%" l="50%" b="50%" t="50%"/>
              </a:path>
              <a:tileRect/>
            </a:gradFill>
            <a:ln>
              <a:noFill/>
            </a:ln>
          </p:spPr>
          <p:txBody>
            <a:bodyPr bIns="45700" tIns="45700" lIns="91425" anchor="ctr" anchorCtr="0" rIns="91425">
              <a:spAutoFit/>
            </a:bodyPr>
            <a:lstStyle/>
            <a:p/>
          </p:txBody>
        </p:sp>
      </p:grpSp>
      <p:sp>
        <p:nvSpPr>
          <p:cNvPr name="Shape 38" id="38"/>
          <p:cNvSpPr txBox="1"/>
          <p:nvPr>
            <p:ph type="body" idx="1"/>
          </p:nvPr>
        </p:nvSpPr>
        <p:spPr>
          <a:xfrm>
            <a:off y="5367337" x="1792288"/>
            <a:ext cy="804899" cx="5486399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ctr" anchorCtr="0" rIns="91425"/>
          <a:lstStyle>
            <a:lvl1pPr indent="152400" algn="ctr" marL="0" rtl="0">
              <a:buSzPct val="100000"/>
              <a:buFont typeface="Trebuchet MS"/>
              <a:buNone/>
              <a:defRPr sz="2400"/>
            </a:lvl1pPr>
            <a:lvl2pPr indent="152400" algn="ctr" marL="0" rtl="0">
              <a:buSzPct val="100000"/>
              <a:buFont typeface="Trebuchet MS"/>
              <a:buNone/>
              <a:defRPr sz="2400"/>
            </a:lvl2pPr>
            <a:lvl3pPr indent="152400" algn="ctr" marL="0" rtl="0">
              <a:buSzPct val="100000"/>
              <a:buFont typeface="Trebuchet MS"/>
              <a:buNone/>
              <a:defRPr sz="2400"/>
            </a:lvl3pPr>
            <a:lvl4pPr indent="152400" algn="ctr" marL="0" rtl="0">
              <a:buSzPct val="100000"/>
              <a:buFont typeface="Trebuchet MS"/>
              <a:buNone/>
              <a:defRPr sz="2400"/>
            </a:lvl4pPr>
            <a:lvl5pPr indent="152400" algn="ctr" marL="0" rtl="0">
              <a:buSzPct val="100000"/>
              <a:buFont typeface="Trebuchet MS"/>
              <a:buNone/>
              <a:defRPr sz="2400"/>
            </a:lvl5pPr>
            <a:lvl6pPr indent="152400" algn="ctr" marL="0" rtl="0">
              <a:buSzPct val="100000"/>
              <a:buFont typeface="Trebuchet MS"/>
              <a:buNone/>
              <a:defRPr sz="2400"/>
            </a:lvl6pPr>
            <a:lvl7pPr indent="152400" algn="ctr" marL="0" rtl="0">
              <a:buSzPct val="100000"/>
              <a:buFont typeface="Trebuchet MS"/>
              <a:buNone/>
              <a:defRPr sz="2400"/>
            </a:lvl7pPr>
            <a:lvl8pPr indent="152400" algn="ctr" marL="0" rtl="0">
              <a:buSzPct val="100000"/>
              <a:buFont typeface="Trebuchet MS"/>
              <a:buNone/>
              <a:defRPr sz="2400"/>
            </a:lvl8pPr>
            <a:lvl9pPr indent="152400" algn="ctr" marL="0" rtl="0">
              <a:buSzPct val="100000"/>
              <a:buFont typeface="Trebuchet MS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name="Shape 39" id="39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ype="http://schemas.openxmlformats.org/officeDocument/2006/relationships/slideLayout" Id="rId2" Target="../slideLayouts/slideLayout2.xml"/><Relationship Type="http://schemas.openxmlformats.org/officeDocument/2006/relationships/slideLayout" Id="rId1" Target="../slideLayouts/slideLayout1.xml"/><Relationship Type="http://schemas.openxmlformats.org/officeDocument/2006/relationships/slideLayout" Id="rId4" Target="../slideLayouts/slideLayout4.xml"/><Relationship Type="http://schemas.openxmlformats.org/officeDocument/2006/relationships/slideLayout" Id="rId3" Target="../slideLayouts/slideLayout3.xml"/><Relationship Type="http://schemas.openxmlformats.org/officeDocument/2006/relationships/slideLayout" Id="rId6" Target="../slideLayouts/slideLayout6.xml"/><Relationship Type="http://schemas.openxmlformats.org/officeDocument/2006/relationships/slideLayout" Id="rId5" Target="../slideLayouts/slideLayout5.xml"/><Relationship Type="http://schemas.openxmlformats.org/officeDocument/2006/relationships/theme" Id="rId7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chemeClr val="lt2"/>
            </a:gs>
            <a:gs pos="100000">
              <a:schemeClr val="accent1"/>
            </a:gs>
          </a:gsLst>
          <a:path path="circle">
            <a:fillToRect r="50%" l="50%" b="50%" t="50%"/>
          </a:path>
          <a:tileRect/>
        </a:gradFill>
      </p:bgPr>
    </p:bg>
    <p:spTree>
      <p:nvGrpSpPr>
        <p:cNvPr name="Shape 4" id="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" id="5"/>
          <p:cNvSpPr txBox="1"/>
          <p:nvPr>
            <p:ph type="title"/>
          </p:nvPr>
        </p:nvSpPr>
        <p:spPr>
          <a:xfrm>
            <a:off y="274637" x="457200"/>
            <a:ext cy="13257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b" anchorCtr="0" rIns="91425"/>
          <a:lstStyle>
            <a:lvl1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254000" algn="l" marL="0" rtl="0">
              <a:spcBef>
                <a:spcPts val="0"/>
              </a:spcBef>
              <a:buClr>
                <a:srgbClr val="00387E"/>
              </a:buClr>
              <a:buSzPct val="100000"/>
              <a:buFont typeface="Trebuchet MS"/>
              <a:buNone/>
              <a:defRPr i="0" baseline="0" strike="noStrike" sz="4000" b="1" cap="none" u="none">
                <a:solidFill>
                  <a:srgbClr val="00387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name="Shape 6" id="6"/>
          <p:cNvSpPr txBox="1"/>
          <p:nvPr>
            <p:ph type="body" idx="1"/>
          </p:nvPr>
        </p:nvSpPr>
        <p:spPr>
          <a:xfrm>
            <a:off y="1727200" x="457200"/>
            <a:ext cy="4526100" cx="8229600"/>
          </a:xfrm>
          <a:prstGeom prst="rect">
            <a:avLst/>
          </a:prstGeom>
          <a:noFill/>
          <a:ln>
            <a:noFill/>
          </a:ln>
        </p:spPr>
        <p:txBody>
          <a:bodyPr bIns="91425" tIns="91425" lIns="91425" anchor="t" anchorCtr="0" rIns="91425"/>
          <a:lstStyle>
            <a:lvl1pPr indent="-342900" algn="l" marL="342900" rtl="0">
              <a:spcBef>
                <a:spcPts val="0"/>
              </a:spcBef>
              <a:buClr>
                <a:schemeClr val="dk2"/>
              </a:buClr>
              <a:buSzPct val="166666"/>
              <a:buFont typeface="Arial"/>
              <a:buChar char="•"/>
              <a:defRPr i="0" baseline="0" strike="noStrike" sz="32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85750" algn="l" marL="742950" rtl="0">
              <a:spcBef>
                <a:spcPts val="560"/>
              </a:spcBef>
              <a:buClr>
                <a:schemeClr val="dk2"/>
              </a:buClr>
              <a:buSzPct val="100000"/>
              <a:buFont typeface="Courier New"/>
              <a:buChar char="o"/>
              <a:defRPr i="0" baseline="0" strike="noStrike" sz="28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algn="l" marL="1143000" rtl="0">
              <a:spcBef>
                <a:spcPts val="480"/>
              </a:spcBef>
              <a:buClr>
                <a:schemeClr val="dk2"/>
              </a:buClr>
              <a:buSzPct val="100000"/>
              <a:buFont typeface="Wingdings"/>
              <a:buChar char="§"/>
              <a:defRPr i="0" baseline="0" strike="noStrike" sz="24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algn="l" marL="1600200" rtl="0">
              <a:spcBef>
                <a:spcPts val="400"/>
              </a:spcBef>
              <a:buClr>
                <a:schemeClr val="dk2"/>
              </a:buClr>
              <a:buSzPct val="166666"/>
              <a:buFont typeface="Arial"/>
              <a:buChar char="•"/>
              <a:defRPr i="0" baseline="0" strike="noStrike" sz="20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algn="l" marL="2057400" rtl="0">
              <a:spcBef>
                <a:spcPts val="400"/>
              </a:spcBef>
              <a:buClr>
                <a:schemeClr val="dk2"/>
              </a:buClr>
              <a:buSzPct val="100000"/>
              <a:buFont typeface="Courier New"/>
              <a:buChar char="o"/>
              <a:defRPr i="0" baseline="0" strike="noStrike" sz="20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algn="l" marL="2514600" rtl="0">
              <a:spcBef>
                <a:spcPts val="400"/>
              </a:spcBef>
              <a:buClr>
                <a:schemeClr val="dk2"/>
              </a:buClr>
              <a:buSzPct val="100000"/>
              <a:buFont typeface="Wingdings"/>
              <a:buChar char="§"/>
              <a:defRPr i="0" baseline="0" strike="noStrike" sz="20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algn="l" marL="2971800" rtl="0">
              <a:spcBef>
                <a:spcPts val="400"/>
              </a:spcBef>
              <a:buClr>
                <a:schemeClr val="dk2"/>
              </a:buClr>
              <a:buSzPct val="166666"/>
              <a:buFont typeface="Arial"/>
              <a:buChar char="•"/>
              <a:defRPr i="0" baseline="0" strike="noStrike" sz="20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algn="l" marL="3429000" rtl="0">
              <a:spcBef>
                <a:spcPts val="400"/>
              </a:spcBef>
              <a:buClr>
                <a:schemeClr val="dk2"/>
              </a:buClr>
              <a:buSzPct val="100000"/>
              <a:buFont typeface="Courier New"/>
              <a:buChar char="o"/>
              <a:defRPr i="0" baseline="0" strike="noStrike" sz="20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algn="l" marL="3886200" rtl="0">
              <a:spcBef>
                <a:spcPts val="400"/>
              </a:spcBef>
              <a:buClr>
                <a:schemeClr val="dk2"/>
              </a:buClr>
              <a:buSzPct val="100000"/>
              <a:buFont typeface="Wingdings"/>
              <a:buChar char="§"/>
              <a:defRPr i="0" baseline="0" strike="noStrike" sz="2000" b="0" cap="none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6="accent6" tx2="lt2" bg2="dk2" accent5="accent5" tx1="dk1" bg1="lt1" accent4="accent4" accent3="accent3" accent2="accent2" accent1="accent1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i="0" baseline="0" strike="noStrike" sz="1400" b="0" cap="none" u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1.xml"/><Relationship Type="http://schemas.openxmlformats.org/officeDocument/2006/relationships/slideLayout" Id="rId1" Target="../slideLayouts/slideLayout1.xml"/></Relationships>
</file>

<file path=ppt/slides/_rels/slide2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2.xml"/><Relationship Type="http://schemas.openxmlformats.org/officeDocument/2006/relationships/slideLayout" Id="rId1" Target="../slideLayouts/slideLayout2.xml"/></Relationships>
</file>

<file path=ppt/slides/_rels/slide3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3.xml"/><Relationship Type="http://schemas.openxmlformats.org/officeDocument/2006/relationships/slideLayout" Id="rId1" Target="../slideLayouts/slideLayout2.xml"/></Relationships>
</file>

<file path=ppt/slides/_rels/slide4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4.xml"/><Relationship Type="http://schemas.openxmlformats.org/officeDocument/2006/relationships/slideLayout" Id="rId1" Target="../slideLayouts/slideLayout2.xml"/><Relationship Type="http://schemas.openxmlformats.org/officeDocument/2006/relationships/image" Id="rId3" Target="../media/image00.png"/></Relationships>
</file>

<file path=ppt/slides/_rels/slide5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5.xml"/><Relationship Type="http://schemas.openxmlformats.org/officeDocument/2006/relationships/slideLayout" Id="rId1" Target="../slideLayouts/slideLayout2.xml"/><Relationship Type="http://schemas.openxmlformats.org/officeDocument/2006/relationships/image" Id="rId3" Target="../media/image01.png"/></Relationships>
</file>

<file path=ppt/slides/_rels/slide6.xml.rels><?xml version="1.0" encoding="UTF-8" standalone="yes"?><Relationships xmlns="http://schemas.openxmlformats.org/package/2006/relationships"><Relationship Type="http://schemas.openxmlformats.org/officeDocument/2006/relationships/notesSlide" Id="rId2" Target="../notesSlides/notesSlide6.xml"/><Relationship Type="http://schemas.openxmlformats.org/officeDocument/2006/relationships/slideLayout" Id="rId1" Target="../slideLayouts/slideLayout2.xml"/><Relationship Type="http://schemas.openxmlformats.org/officeDocument/2006/relationships/hyperlink" Id="rId3" TargetMode="External" Target="http://db.frsilent.com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D966"/>
        </a:solidFill>
      </p:bgPr>
    </p:bg>
    <p:spTree>
      <p:nvGrpSpPr>
        <p:cNvPr name="Shape 40" id="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41" id="41"/>
          <p:cNvSpPr txBox="1"/>
          <p:nvPr>
            <p:ph type="ctrTitle"/>
          </p:nvPr>
        </p:nvSpPr>
        <p:spPr>
          <a:xfrm>
            <a:off y="1656080" x="1082040"/>
            <a:ext cy="1470000" cx="70509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 lang="en"/>
              <a:t>Challenge Site</a:t>
            </a:r>
          </a:p>
        </p:txBody>
      </p:sp>
      <p:sp>
        <p:nvSpPr>
          <p:cNvPr name="Shape 42" id="42"/>
          <p:cNvSpPr txBox="1"/>
          <p:nvPr>
            <p:ph type="subTitle" idx="1"/>
          </p:nvPr>
        </p:nvSpPr>
        <p:spPr>
          <a:xfrm>
            <a:off y="3263455" x="1054050"/>
            <a:ext cy="925499" cx="7035899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 rtl="0" lvl="0">
              <a:buNone/>
            </a:pPr>
            <a:r>
              <a:rPr lang="en"/>
              <a:t>#SHAFT @ irc.freenode.net</a:t>
            </a:r>
          </a:p>
          <a:p>
            <a:pPr>
              <a:buNone/>
            </a:pPr>
            <a:r>
              <a:rPr lang="en" sz="1800"/>
              <a:t>Tim Elam, Chris Lansing, Roland Heintze, Kevin McBrayer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D966"/>
        </a:solidFill>
      </p:bgPr>
    </p:bg>
    <p:spTree>
      <p:nvGrpSpPr>
        <p:cNvPr name="Shape 46" id="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47" id="47"/>
          <p:cNvSpPr txBox="1"/>
          <p:nvPr>
            <p:ph type="title"/>
          </p:nvPr>
        </p:nvSpPr>
        <p:spPr>
          <a:xfrm>
            <a:off y="214615" x="1937848"/>
            <a:ext cy="1105499" cx="7189199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 rtl="0" lvl="0">
              <a:buNone/>
            </a:pPr>
            <a:r>
              <a:rPr lang="en"/>
              <a:t>What is it?</a:t>
            </a:r>
          </a:p>
        </p:txBody>
      </p:sp>
      <p:sp>
        <p:nvSpPr>
          <p:cNvPr name="Shape 48" id="48"/>
          <p:cNvSpPr txBox="1"/>
          <p:nvPr>
            <p:ph type="body" idx="1"/>
          </p:nvPr>
        </p:nvSpPr>
        <p:spPr>
          <a:xfrm>
            <a:off y="1739003" x="1077473"/>
            <a:ext cy="4760399" cx="76092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>
              <a:buNone/>
            </a:pPr>
            <a:r>
              <a:rPr lang="en"/>
              <a:t>The site application was originally created for use by an instructor in evaluating their students' competency in crafting SQL queries. It has evolved into a site for challenging user-driven functional problems. It includes leagues &amp; problems for the various users to participate and compete in.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D966"/>
        </a:solidFill>
      </p:bgPr>
    </p:bg>
    <p:spTree>
      <p:nvGrpSpPr>
        <p:cNvPr name="Shape 52" id="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3" id="53"/>
          <p:cNvSpPr txBox="1"/>
          <p:nvPr>
            <p:ph type="body" idx="1"/>
          </p:nvPr>
        </p:nvSpPr>
        <p:spPr>
          <a:xfrm>
            <a:off y="1658990" x="1197523"/>
            <a:ext cy="4840199" cx="74892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>
              <a:buNone/>
            </a:pPr>
            <a:r>
              <a:rPr lang="en"/>
              <a:t>Users register and can create leagues. Leagues consist of a user group which is able to respond to eachother's challenges. Users post challenges for league members to answer &amp; post valid entries to compare against other entries. Users are graded on time &amp; correctness of their answers.</a:t>
            </a:r>
          </a:p>
        </p:txBody>
      </p:sp>
      <p:sp>
        <p:nvSpPr>
          <p:cNvPr name="Shape 54" id="54"/>
          <p:cNvSpPr txBox="1"/>
          <p:nvPr>
            <p:ph type="title"/>
          </p:nvPr>
        </p:nvSpPr>
        <p:spPr>
          <a:xfrm>
            <a:off y="274637" x="1337573"/>
            <a:ext cy="1325700" cx="73491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 lang="en"/>
              <a:t>How does it work?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D966"/>
        </a:solidFill>
      </p:bgPr>
    </p:bg>
    <p:spTree>
      <p:nvGrpSpPr>
        <p:cNvPr name="Shape 58" id="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59" id="59"/>
          <p:cNvSpPr txBox="1"/>
          <p:nvPr>
            <p:ph type="title"/>
          </p:nvPr>
        </p:nvSpPr>
        <p:spPr>
          <a:xfrm>
            <a:off y="134576" x="1517673"/>
            <a:ext cy="1325700" cx="7169099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 lang="en"/>
              <a:t>The Model (original)</a:t>
            </a:r>
          </a:p>
        </p:txBody>
      </p:sp>
      <p:sp>
        <p:nvSpPr>
          <p:cNvPr name="Shape 60" id="60"/>
          <p:cNvSpPr/>
          <p:nvPr/>
        </p:nvSpPr>
        <p:spPr>
          <a:xfrm>
            <a:off y="1665826" x="1900364"/>
            <a:ext cy="4832373" cx="498238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D966"/>
        </a:solidFill>
      </p:bgPr>
    </p:bg>
    <p:spTree>
      <p:nvGrpSpPr>
        <p:cNvPr name="Shape 64" id="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65" id="65"/>
          <p:cNvSpPr txBox="1"/>
          <p:nvPr>
            <p:ph type="title"/>
          </p:nvPr>
        </p:nvSpPr>
        <p:spPr>
          <a:xfrm>
            <a:off y="274637" x="457200"/>
            <a:ext cy="1325700" cx="8229600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 lang="en"/>
              <a:t>The Model (final)</a:t>
            </a:r>
          </a:p>
        </p:txBody>
      </p:sp>
      <p:sp>
        <p:nvSpPr>
          <p:cNvPr name="Shape 66" id="66"/>
          <p:cNvSpPr/>
          <p:nvPr/>
        </p:nvSpPr>
        <p:spPr>
          <a:xfrm>
            <a:off y="1731435" x="2155379"/>
            <a:ext cy="4928489" cx="504434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D966"/>
        </a:solidFill>
      </p:bgPr>
    </p:bg>
    <p:spTree>
      <p:nvGrpSpPr>
        <p:cNvPr name="Shape 70" id="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name="Shape 71" id="71"/>
          <p:cNvSpPr txBox="1"/>
          <p:nvPr>
            <p:ph type="body" idx="1"/>
          </p:nvPr>
        </p:nvSpPr>
        <p:spPr>
          <a:xfrm>
            <a:off y="1658990" x="1537673"/>
            <a:ext cy="2959500" cx="5868600"/>
          </a:xfrm>
          <a:prstGeom prst="rect">
            <a:avLst/>
          </a:prstGeom>
        </p:spPr>
        <p:txBody>
          <a:bodyPr bIns="91425" tIns="91425" lIns="91425" anchor="t" anchorCtr="0" rIns="91425">
            <a:spAutoFit/>
          </a:bodyPr>
          <a:lstStyle/>
          <a:p>
            <a:pPr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http://db.frsilent.com</a:t>
            </a:r>
          </a:p>
        </p:txBody>
      </p:sp>
      <p:sp>
        <p:nvSpPr>
          <p:cNvPr name="Shape 72" id="72"/>
          <p:cNvSpPr txBox="1"/>
          <p:nvPr>
            <p:ph type="title"/>
          </p:nvPr>
        </p:nvSpPr>
        <p:spPr>
          <a:xfrm>
            <a:off y="274637" x="1437623"/>
            <a:ext cy="1325700" cx="7249199"/>
          </a:xfrm>
          <a:prstGeom prst="rect">
            <a:avLst/>
          </a:prstGeom>
        </p:spPr>
        <p:txBody>
          <a:bodyPr bIns="91425" tIns="91425" lIns="91425" anchor="b" anchorCtr="0" rIns="91425">
            <a:spAutoFit/>
          </a:bodyPr>
          <a:lstStyle/>
          <a:p>
            <a:pPr>
              <a:buNone/>
            </a:pPr>
            <a:r>
              <a:rPr lang="en"/>
              <a:t>The Results: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Custom 506">
      <a:dk1>
        <a:srgbClr val="000000"/>
      </a:dk1>
      <a:lt1>
        <a:srgbClr val="FFFFFF"/>
      </a:lt1>
      <a:dk2>
        <a:srgbClr val="00387E"/>
      </a:dk2>
      <a:lt2>
        <a:srgbClr val="C6D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87E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scaled="1" ang="1620000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scaled="0" ang="1620000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dist="20000" blurRad="4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dist="23000" blurRad="40000">
              <a:srgbClr val="000000">
                <a:alpha val="35000"/>
              </a:srgbClr>
            </a:outerShdw>
          </a:effectLst>
          <a:scene3d>
            <a:camera prst="orthographicFront">
              <a:rot rev="0" lat="0" lon="0"/>
            </a:camera>
            <a:lightRig rig="threePt" dir="t">
              <a:rot rev="1200000" lat="0" lon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t="-80000" r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t="50000" r="50000"/>
          </a:path>
        </a:gradFill>
      </a:bgFillStyleLst>
    </a:fmtScheme>
  </a:themeElements>
</a:theme>
</file>